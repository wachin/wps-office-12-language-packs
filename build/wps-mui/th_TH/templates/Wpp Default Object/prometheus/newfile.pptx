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11" d="100"/>
          <a:sy n="111" d="100"/>
        </p:scale>
        <p:origin x="-1710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ภาพนิ่ง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ชื่อเรื่องรอง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h-TH" smtClean="0"/>
              <a:t>คลิกเพื่อแก้ไขลักษณะชื่อเรื่องรองต้นแบบ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5E41-0D2B-47A7-B8DD-BB84F03009F5}" type="datetimeFigureOut">
              <a:rPr lang="th-TH" smtClean="0"/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88F7D-80CF-4291-9D05-0D83605AC991}" type="slidenum">
              <a:rPr lang="th-TH" smtClean="0"/>
            </a:fld>
            <a:endParaRPr lang="th-TH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th-TH" smtClean="0"/>
              <a:t>คลิกเพื่อแก้ไขลักษณะของข้อความต้นแบบ</a:t>
            </a:r>
            <a:endParaRPr lang="th-TH" smtClean="0"/>
          </a:p>
          <a:p>
            <a:pPr lvl="1"/>
            <a:r>
              <a:rPr lang="th-TH" smtClean="0"/>
              <a:t>ระดับที่สอง</a:t>
            </a:r>
            <a:endParaRPr lang="th-TH" smtClean="0"/>
          </a:p>
          <a:p>
            <a:pPr lvl="2"/>
            <a:r>
              <a:rPr lang="th-TH" smtClean="0"/>
              <a:t>ระดับที่สาม</a:t>
            </a:r>
            <a:endParaRPr lang="th-TH" smtClean="0"/>
          </a:p>
          <a:p>
            <a:pPr lvl="3"/>
            <a:r>
              <a:rPr lang="th-TH" smtClean="0"/>
              <a:t>ระดับที่สี่</a:t>
            </a:r>
            <a:endParaRPr lang="th-TH" smtClean="0"/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5E41-0D2B-47A7-B8DD-BB84F03009F5}" type="datetimeFigureOut">
              <a:rPr lang="th-TH" smtClean="0"/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88F7D-80CF-4291-9D05-0D83605AC991}" type="slidenum">
              <a:rPr lang="th-TH" smtClean="0"/>
            </a:fld>
            <a:endParaRPr lang="th-TH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  <a:endParaRPr lang="th-TH" smtClean="0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5E41-0D2B-47A7-B8DD-BB84F03009F5}" type="datetimeFigureOut">
              <a:rPr lang="th-TH" smtClean="0"/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88F7D-80CF-4291-9D05-0D83605AC991}" type="slidenum">
              <a:rPr lang="th-TH" smtClean="0"/>
            </a:fld>
            <a:endParaRPr lang="th-TH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  <a:endParaRPr lang="th-TH" smtClean="0"/>
          </a:p>
          <a:p>
            <a:pPr lvl="1"/>
            <a:r>
              <a:rPr lang="th-TH" smtClean="0"/>
              <a:t>ระดับที่สอง</a:t>
            </a:r>
            <a:endParaRPr lang="th-TH" smtClean="0"/>
          </a:p>
          <a:p>
            <a:pPr lvl="2"/>
            <a:r>
              <a:rPr lang="th-TH" smtClean="0"/>
              <a:t>ระดับที่สาม</a:t>
            </a:r>
            <a:endParaRPr lang="th-TH" smtClean="0"/>
          </a:p>
          <a:p>
            <a:pPr lvl="3"/>
            <a:r>
              <a:rPr lang="th-TH" smtClean="0"/>
              <a:t>ระดับที่สี่</a:t>
            </a:r>
            <a:endParaRPr lang="th-TH" smtClean="0"/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  <a:endParaRPr lang="th-TH" smtClean="0"/>
          </a:p>
          <a:p>
            <a:pPr lvl="1"/>
            <a:r>
              <a:rPr lang="th-TH" smtClean="0"/>
              <a:t>ระดับที่สอง</a:t>
            </a:r>
            <a:endParaRPr lang="th-TH" smtClean="0"/>
          </a:p>
          <a:p>
            <a:pPr lvl="2"/>
            <a:r>
              <a:rPr lang="th-TH" smtClean="0"/>
              <a:t>ระดับที่สาม</a:t>
            </a:r>
            <a:endParaRPr lang="th-TH" smtClean="0"/>
          </a:p>
          <a:p>
            <a:pPr lvl="3"/>
            <a:r>
              <a:rPr lang="th-TH" smtClean="0"/>
              <a:t>ระดับที่สี่</a:t>
            </a:r>
            <a:endParaRPr lang="th-TH" smtClean="0"/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5E41-0D2B-47A7-B8DD-BB84F03009F5}" type="datetimeFigureOut">
              <a:rPr lang="th-TH" smtClean="0"/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88F7D-80CF-4291-9D05-0D83605AC991}" type="slidenum">
              <a:rPr lang="th-TH" smtClean="0"/>
            </a:fld>
            <a:endParaRPr lang="th-TH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  <a:endParaRPr lang="th-TH" smtClean="0"/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  <a:endParaRPr lang="th-TH" smtClean="0"/>
          </a:p>
          <a:p>
            <a:pPr lvl="1"/>
            <a:r>
              <a:rPr lang="th-TH" smtClean="0"/>
              <a:t>ระดับที่สอง</a:t>
            </a:r>
            <a:endParaRPr lang="th-TH" smtClean="0"/>
          </a:p>
          <a:p>
            <a:pPr lvl="2"/>
            <a:r>
              <a:rPr lang="th-TH" smtClean="0"/>
              <a:t>ระดับที่สาม</a:t>
            </a:r>
            <a:endParaRPr lang="th-TH" smtClean="0"/>
          </a:p>
          <a:p>
            <a:pPr lvl="3"/>
            <a:r>
              <a:rPr lang="th-TH" smtClean="0"/>
              <a:t>ระดับที่สี่</a:t>
            </a:r>
            <a:endParaRPr lang="th-TH" smtClean="0"/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5" name="ตัวแทนข้อความ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  <a:endParaRPr lang="th-TH" smtClean="0"/>
          </a:p>
        </p:txBody>
      </p:sp>
      <p:sp>
        <p:nvSpPr>
          <p:cNvPr id="6" name="ตัวแทนเนื้อหา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  <a:endParaRPr lang="th-TH" smtClean="0"/>
          </a:p>
          <a:p>
            <a:pPr lvl="1"/>
            <a:r>
              <a:rPr lang="th-TH" smtClean="0"/>
              <a:t>ระดับที่สอง</a:t>
            </a:r>
            <a:endParaRPr lang="th-TH" smtClean="0"/>
          </a:p>
          <a:p>
            <a:pPr lvl="2"/>
            <a:r>
              <a:rPr lang="th-TH" smtClean="0"/>
              <a:t>ระดับที่สาม</a:t>
            </a:r>
            <a:endParaRPr lang="th-TH" smtClean="0"/>
          </a:p>
          <a:p>
            <a:pPr lvl="3"/>
            <a:r>
              <a:rPr lang="th-TH" smtClean="0"/>
              <a:t>ระดับที่สี่</a:t>
            </a:r>
            <a:endParaRPr lang="th-TH" smtClean="0"/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7" name="ตัวแทนวันที่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5E41-0D2B-47A7-B8DD-BB84F03009F5}" type="datetimeFigureOut">
              <a:rPr lang="th-TH" smtClean="0"/>
            </a:fld>
            <a:endParaRPr lang="th-TH"/>
          </a:p>
        </p:txBody>
      </p:sp>
      <p:sp>
        <p:nvSpPr>
          <p:cNvPr id="8" name="ตัวแทนท้ายกระดา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แทนหมายเลขภาพนิ่ง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88F7D-80CF-4291-9D05-0D83605AC991}" type="slidenum">
              <a:rPr lang="th-TH" smtClean="0"/>
            </a:fld>
            <a:endParaRPr lang="th-TH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5E41-0D2B-47A7-B8DD-BB84F03009F5}" type="datetimeFigureOut">
              <a:rPr lang="th-TH" smtClean="0"/>
            </a:fld>
            <a:endParaRPr lang="th-TH"/>
          </a:p>
        </p:txBody>
      </p:sp>
      <p:sp>
        <p:nvSpPr>
          <p:cNvPr id="4" name="ตัวแทนท้ายกระดา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แทนหมายเลขภาพนิ่ง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88F7D-80CF-4291-9D05-0D83605AC991}" type="slidenum">
              <a:rPr lang="th-TH" smtClean="0"/>
            </a:fld>
            <a:endParaRPr lang="th-TH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5E41-0D2B-47A7-B8DD-BB84F03009F5}" type="datetimeFigureOut">
              <a:rPr lang="th-TH" smtClean="0"/>
            </a:fld>
            <a:endParaRPr lang="th-TH"/>
          </a:p>
        </p:txBody>
      </p:sp>
      <p:sp>
        <p:nvSpPr>
          <p:cNvPr id="3" name="ตัวแทนท้ายกระดา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แทนหมายเลขภาพนิ่ง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88F7D-80CF-4291-9D05-0D83605AC991}" type="slidenum">
              <a:rPr lang="th-TH" smtClean="0"/>
            </a:fld>
            <a:endParaRPr lang="th-TH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  <a:endParaRPr lang="th-TH" smtClean="0"/>
          </a:p>
          <a:p>
            <a:pPr lvl="1"/>
            <a:r>
              <a:rPr lang="th-TH" smtClean="0"/>
              <a:t>ระดับที่สอง</a:t>
            </a:r>
            <a:endParaRPr lang="th-TH" smtClean="0"/>
          </a:p>
          <a:p>
            <a:pPr lvl="2"/>
            <a:r>
              <a:rPr lang="th-TH" smtClean="0"/>
              <a:t>ระดับที่สาม</a:t>
            </a:r>
            <a:endParaRPr lang="th-TH" smtClean="0"/>
          </a:p>
          <a:p>
            <a:pPr lvl="3"/>
            <a:r>
              <a:rPr lang="th-TH" smtClean="0"/>
              <a:t>ระดับที่สี่</a:t>
            </a:r>
            <a:endParaRPr lang="th-TH" smtClean="0"/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  <a:endParaRPr lang="th-TH" smtClean="0"/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5E41-0D2B-47A7-B8DD-BB84F03009F5}" type="datetimeFigureOut">
              <a:rPr lang="th-TH" smtClean="0"/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88F7D-80CF-4291-9D05-0D83605AC991}" type="slidenum">
              <a:rPr lang="th-TH" smtClean="0"/>
            </a:fld>
            <a:endParaRPr lang="th-TH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รูปภาพ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 smtClean="0"/>
              <a:t>คลิกเพื่อแก้ไขลักษณะของข้อความต้นแบบ</a:t>
            </a:r>
            <a:endParaRPr lang="th-TH" smtClean="0"/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5E41-0D2B-47A7-B8DD-BB84F03009F5}" type="datetimeFigureOut">
              <a:rPr lang="th-TH" smtClean="0"/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88F7D-80CF-4291-9D05-0D83605AC991}" type="slidenum">
              <a:rPr lang="th-TH" smtClean="0"/>
            </a:fld>
            <a:endParaRPr lang="th-TH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th-TH" smtClean="0"/>
              <a:t>คลิกเพื่อแก้ไขลักษณะของข้อความต้นแบบ</a:t>
            </a:r>
            <a:endParaRPr lang="th-TH" smtClean="0"/>
          </a:p>
          <a:p>
            <a:pPr lvl="1"/>
            <a:r>
              <a:rPr lang="th-TH" smtClean="0"/>
              <a:t>ระดับที่สอง</a:t>
            </a:r>
            <a:endParaRPr lang="th-TH" smtClean="0"/>
          </a:p>
          <a:p>
            <a:pPr lvl="2"/>
            <a:r>
              <a:rPr lang="th-TH" smtClean="0"/>
              <a:t>ระดับที่สาม</a:t>
            </a:r>
            <a:endParaRPr lang="th-TH" smtClean="0"/>
          </a:p>
          <a:p>
            <a:pPr lvl="3"/>
            <a:r>
              <a:rPr lang="th-TH" smtClean="0"/>
              <a:t>ระดับที่สี่</a:t>
            </a:r>
            <a:endParaRPr lang="th-TH" smtClean="0"/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5E41-0D2B-47A7-B8DD-BB84F03009F5}" type="datetimeFigureOut">
              <a:rPr lang="th-TH" smtClean="0"/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88F7D-80CF-4291-9D05-0D83605AC991}" type="slidenum">
              <a:rPr lang="th-TH" smtClean="0"/>
            </a:fld>
            <a:endParaRPr lang="th-TH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h-TH" smtClean="0"/>
              <a:t>คลิกเพื่อแก้ไขลักษณะของข้อความต้นแบบ</a:t>
            </a:r>
            <a:endParaRPr lang="th-TH" smtClean="0"/>
          </a:p>
          <a:p>
            <a:pPr lvl="1"/>
            <a:r>
              <a:rPr lang="th-TH" smtClean="0"/>
              <a:t>ระดับที่สอง</a:t>
            </a:r>
            <a:endParaRPr lang="th-TH" smtClean="0"/>
          </a:p>
          <a:p>
            <a:pPr lvl="2"/>
            <a:r>
              <a:rPr lang="th-TH" smtClean="0"/>
              <a:t>ระดับที่สาม</a:t>
            </a:r>
            <a:endParaRPr lang="th-TH" smtClean="0"/>
          </a:p>
          <a:p>
            <a:pPr lvl="3"/>
            <a:r>
              <a:rPr lang="th-TH" smtClean="0"/>
              <a:t>ระดับที่สี่</a:t>
            </a:r>
            <a:endParaRPr lang="th-TH" smtClean="0"/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5E41-0D2B-47A7-B8DD-BB84F03009F5}" type="datetimeFigureOut">
              <a:rPr lang="th-TH" smtClean="0"/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88F7D-80CF-4291-9D05-0D83605AC991}" type="slidenum">
              <a:rPr lang="th-TH" smtClean="0"/>
            </a:fld>
            <a:endParaRPr lang="th-TH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 smtClean="0"/>
              <a:t>คลิกเพื่อแก้ไขลักษณะของข้อความต้นแบบ</a:t>
            </a:r>
            <a:endParaRPr lang="th-TH" smtClean="0"/>
          </a:p>
          <a:p>
            <a:pPr lvl="1"/>
            <a:r>
              <a:rPr lang="th-TH" smtClean="0"/>
              <a:t>ระดับที่สอง</a:t>
            </a:r>
            <a:endParaRPr lang="th-TH" smtClean="0"/>
          </a:p>
          <a:p>
            <a:pPr lvl="2"/>
            <a:r>
              <a:rPr lang="th-TH" smtClean="0"/>
              <a:t>ระดับที่สาม</a:t>
            </a:r>
            <a:endParaRPr lang="th-TH" smtClean="0"/>
          </a:p>
          <a:p>
            <a:pPr lvl="3"/>
            <a:r>
              <a:rPr lang="th-TH" smtClean="0"/>
              <a:t>ระดับที่สี่</a:t>
            </a:r>
            <a:endParaRPr lang="th-TH" smtClean="0"/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BA5E41-0D2B-47A7-B8DD-BB84F03009F5}" type="datetimeFigureOut">
              <a:rPr lang="th-TH" smtClean="0"/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188F7D-80CF-4291-9D05-0D83605AC991}" type="slidenum">
              <a:rPr lang="th-TH" smtClean="0"/>
            </a:fld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ชื่อเรื่องรอง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ชุดรูปแบบของ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นำเสนอทางหน้าจอ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宋体</vt:lpstr>
      <vt:lpstr>Wingdings</vt:lpstr>
      <vt:lpstr>ชุดรูปแบบของ Office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 </cp:lastModifiedBy>
  <cp:revision>5</cp:revision>
  <dcterms:created xsi:type="dcterms:W3CDTF">2020-11-30T02:51:00Z</dcterms:created>
  <dcterms:modified xsi:type="dcterms:W3CDTF">2025-07-23T01:01:02Z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9073AC08943A4BEDA7C98255F02DEA40_13</vt:lpwstr>
  </property>
</Properties>
</file>