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Тема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 </cp:lastModifiedBy>
  <cp:revision>2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0A8C3C6B698C433CA5962937799219A0_13</vt:lpwstr>
  </property>
  <property fmtid="{D5CDD505-2E9C-101B-9397-08002B2CF9AE}" pid="3" name="KSOProductBuildVer">
    <vt:lpwstr>2052-12.1.0.21915</vt:lpwstr>
  </property>
</Properties>
</file>