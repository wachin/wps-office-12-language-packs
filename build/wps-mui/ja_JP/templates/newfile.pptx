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dirty="0" smtClean="0"/>
              <a:t>マスタ タイトルの書式設定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 smtClean="0"/>
              <a:t>マスタ サブタイトルの書式設定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725A-28AD-45F8-B362-09C8E353BC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928E-AA9A-4D89-BC1F-A2C05AB4BD92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マスタ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725A-28AD-45F8-B362-09C8E353BC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928E-AA9A-4D89-BC1F-A2C05AB4BD92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dirty="0" smtClean="0"/>
              <a:t>マスタ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725A-28AD-45F8-B362-09C8E353BC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928E-AA9A-4D89-BC1F-A2C05AB4BD92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マスタ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725A-28AD-45F8-B362-09C8E353BC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928E-AA9A-4D89-BC1F-A2C05AB4BD92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dirty="0" smtClean="0"/>
              <a:t>マスタ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725A-28AD-45F8-B362-09C8E353BC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928E-AA9A-4D89-BC1F-A2C05AB4BD92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マスタ タイトルの書式設定</a:t>
            </a:r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725A-28AD-45F8-B362-09C8E353BC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928E-AA9A-4D89-BC1F-A2C05AB4BD92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725A-28AD-45F8-B362-09C8E353BC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928E-AA9A-4D89-BC1F-A2C05AB4BD92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dirty="0" smtClean="0"/>
              <a:t>マスタ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725A-28AD-45F8-B362-09C8E353BC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928E-AA9A-4D89-BC1F-A2C05AB4BD92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dirty="0" smtClean="0"/>
              <a:t>マスタ タイトルの書式設定</a:t>
            </a:r>
            <a:endParaRPr kumimoji="1" lang="ja-JP" altLang="en-US" dirty="0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725A-28AD-45F8-B362-09C8E353BC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928E-AA9A-4D89-BC1F-A2C05AB4BD92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マスタ タイトルの書式設定</a:t>
            </a:r>
            <a:endParaRPr kumimoji="1" lang="ja-JP" altLang="en-US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725A-28AD-45F8-B362-09C8E353BC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928E-AA9A-4D89-BC1F-A2C05AB4BD92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dirty="0" smtClean="0"/>
              <a:t>マスタ タイトルの書式設定</a:t>
            </a:r>
            <a:endParaRPr kumimoji="1" lang="ja-JP" altLang="en-US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725A-28AD-45F8-B362-09C8E353BC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928E-AA9A-4D89-BC1F-A2C05AB4BD92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 smtClean="0"/>
              <a:t>マスタ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F8725A-28AD-45F8-B362-09C8E353BC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8928E-AA9A-4D89-BC1F-A2C05AB4BD92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7" baseType="lpstr">
      <vt:lpstr>Arial</vt:lpstr>
      <vt:lpstr>宋体</vt:lpstr>
      <vt:lpstr>Wingdings</vt:lpstr>
      <vt:lpstr>MS PGothic</vt:lpstr>
      <vt:lpstr>Calibri Light</vt:lpstr>
      <vt:lpstr>Calibri</vt:lpstr>
      <vt:lpstr>Office テーマ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/>
  <cp:lastModifiedBy> </cp:lastModifiedBy>
  <cp:revision>4</cp:revision>
  <dcterms:created xsi:type="dcterms:W3CDTF">2015-12-11T07:38:00Z</dcterms:created>
  <dcterms:modified xsi:type="dcterms:W3CDTF">2025-07-23T01:01:00Z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4F92F4A910784D19A8DA63ABCE28EC8D_13</vt:lpwstr>
  </property>
</Properties>
</file>