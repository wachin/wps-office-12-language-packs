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3</cp:revision>
  <dcterms:created xsi:type="dcterms:W3CDTF">2025-07-23T00:59:00Z</dcterms:created>
  <dcterms:modified xsi:type="dcterms:W3CDTF">2025-07-23T01:01:00Z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C5EF6799B66B4A1B9AE9E97453194976_13</vt:lpwstr>
  </property>
</Properties>
</file>