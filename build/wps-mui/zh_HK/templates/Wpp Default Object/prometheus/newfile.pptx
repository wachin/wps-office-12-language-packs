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02" y="22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49D05-6128-4D0D-A32A-06A5E73B386C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9F42C-2DAE-424C-A4B8-3140182C3E9F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 dirty="0"/>
              <a:t>按一下以編輯標題</a:t>
            </a:r>
            <a:endParaRPr lang="zh-TW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按一下以編輯副標題</a:t>
            </a:r>
            <a:endParaRPr lang="zh-TW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lang="zh-TW" altLang="en-US"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TW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TW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</a:t>
            </a:r>
            <a:r>
              <a:rPr dirty="0">
                <a:sym typeface="+mn-ea"/>
              </a:rPr>
              <a:t>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TW" altLang="en-US" smtClean="0"/>
            </a:fld>
            <a:endParaRPr lang="zh-TW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TW" altLang="en-US" smtClean="0"/>
            </a:fld>
            <a:endParaRPr lang="zh-TW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dirty="0">
                <a:sym typeface="+mn-ea"/>
              </a:rPr>
              <a:t>按一下以編輯母片標題樣</a:t>
            </a:r>
            <a:r>
              <a:rPr lang="zh-TW" altLang="en-US" dirty="0"/>
              <a:t>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</a:t>
            </a:r>
            <a:r>
              <a:rPr dirty="0">
                <a:sym typeface="+mn-ea"/>
              </a:rPr>
              <a:t>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件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按一下以編輯標題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TW" altLang="en-US" smtClean="0"/>
            </a:fld>
            <a:endParaRPr lang="zh-TW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标题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62.xml><?xml version="1.0" encoding="utf-8"?>
<p:tagLst xmlns:p="http://schemas.openxmlformats.org/presentationml/2006/main">
  <p:tag name="KSO_WM_TEMPLATE_THUMBS_INDEX" val="1、2、3、6、8、10、11、12、15"/>
  <p:tag name="KSO_WM_SLIDE_MODEL_TYPE" val="cover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佈景主題​​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 </cp:lastModifiedBy>
  <cp:revision>287</cp:revision>
  <dcterms:created xsi:type="dcterms:W3CDTF">2018-07-25T09:21:00Z</dcterms:created>
  <dcterms:modified xsi:type="dcterms:W3CDTF">2025-07-23T01:01:05Z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31672210788243C19FF63235DC359028_13</vt:lpwstr>
  </property>
</Properties>
</file>