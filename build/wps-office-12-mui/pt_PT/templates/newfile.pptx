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64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 smtClean="0"/>
              <a:t>Clique para editar o estilo do subtítulo do Modelo Global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D32E0-7364-4E7B-91F6-E20CB31F173D}" type="datetimeFigureOut">
              <a:rPr lang="pt-PT" smtClean="0"/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99EBF-2C41-4DBE-ADE4-901766D2BF91}" type="slidenum">
              <a:rPr lang="pt-PT" smtClean="0"/>
            </a:fld>
            <a:endParaRPr lang="pt-P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 smtClean="0"/>
              <a:t>Editar os estilos de texto do Modelo Global</a:t>
            </a:r>
            <a:endParaRPr lang="pt-PT" smtClean="0"/>
          </a:p>
          <a:p>
            <a:pPr lvl="1"/>
            <a:r>
              <a:rPr lang="pt-PT" smtClean="0"/>
              <a:t>Segundo nível</a:t>
            </a:r>
            <a:endParaRPr lang="pt-PT" smtClean="0"/>
          </a:p>
          <a:p>
            <a:pPr lvl="2"/>
            <a:r>
              <a:rPr lang="pt-PT" smtClean="0"/>
              <a:t>Terceiro nível</a:t>
            </a:r>
            <a:endParaRPr lang="pt-PT" smtClean="0"/>
          </a:p>
          <a:p>
            <a:pPr lvl="3"/>
            <a:r>
              <a:rPr lang="pt-PT" smtClean="0"/>
              <a:t>Quarto nível</a:t>
            </a:r>
            <a:endParaRPr lang="pt-PT" smtClean="0"/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D32E0-7364-4E7B-91F6-E20CB31F173D}" type="datetimeFigureOut">
              <a:rPr lang="pt-PT" smtClean="0"/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99EBF-2C41-4DBE-ADE4-901766D2BF91}" type="slidenum">
              <a:rPr lang="pt-PT" smtClean="0"/>
            </a:fld>
            <a:endParaRPr lang="pt-P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Editar os estilos de texto do Modelo Global</a:t>
            </a:r>
            <a:endParaRPr lang="pt-PT" smtClean="0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D32E0-7364-4E7B-91F6-E20CB31F173D}" type="datetimeFigureOut">
              <a:rPr lang="pt-PT" smtClean="0"/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99EBF-2C41-4DBE-ADE4-901766D2BF91}" type="slidenum">
              <a:rPr lang="pt-PT" smtClean="0"/>
            </a:fld>
            <a:endParaRPr lang="pt-P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 smtClean="0"/>
              <a:t>Editar os estilos de texto do Modelo Global</a:t>
            </a:r>
            <a:endParaRPr lang="pt-PT" smtClean="0"/>
          </a:p>
          <a:p>
            <a:pPr lvl="1"/>
            <a:r>
              <a:rPr lang="pt-PT" smtClean="0"/>
              <a:t>Segundo nível</a:t>
            </a:r>
            <a:endParaRPr lang="pt-PT" smtClean="0"/>
          </a:p>
          <a:p>
            <a:pPr lvl="2"/>
            <a:r>
              <a:rPr lang="pt-PT" smtClean="0"/>
              <a:t>Terceiro nível</a:t>
            </a:r>
            <a:endParaRPr lang="pt-PT" smtClean="0"/>
          </a:p>
          <a:p>
            <a:pPr lvl="3"/>
            <a:r>
              <a:rPr lang="pt-PT" smtClean="0"/>
              <a:t>Quarto nível</a:t>
            </a:r>
            <a:endParaRPr lang="pt-PT" smtClean="0"/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 smtClean="0"/>
              <a:t>Editar os estilos de texto do Modelo Global</a:t>
            </a:r>
            <a:endParaRPr lang="pt-PT" smtClean="0"/>
          </a:p>
          <a:p>
            <a:pPr lvl="1"/>
            <a:r>
              <a:rPr lang="pt-PT" smtClean="0"/>
              <a:t>Segundo nível</a:t>
            </a:r>
            <a:endParaRPr lang="pt-PT" smtClean="0"/>
          </a:p>
          <a:p>
            <a:pPr lvl="2"/>
            <a:r>
              <a:rPr lang="pt-PT" smtClean="0"/>
              <a:t>Terceiro nível</a:t>
            </a:r>
            <a:endParaRPr lang="pt-PT" smtClean="0"/>
          </a:p>
          <a:p>
            <a:pPr lvl="3"/>
            <a:r>
              <a:rPr lang="pt-PT" smtClean="0"/>
              <a:t>Quarto nível</a:t>
            </a:r>
            <a:endParaRPr lang="pt-PT" smtClean="0"/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D32E0-7364-4E7B-91F6-E20CB31F173D}" type="datetimeFigureOut">
              <a:rPr lang="pt-PT" smtClean="0"/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99EBF-2C41-4DBE-ADE4-901766D2BF91}" type="slidenum">
              <a:rPr lang="pt-PT" smtClean="0"/>
            </a:fld>
            <a:endParaRPr lang="pt-P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  <a:endParaRPr lang="pt-PT" smtClean="0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 smtClean="0"/>
              <a:t>Editar os estilos de texto do Modelo Global</a:t>
            </a:r>
            <a:endParaRPr lang="pt-PT" smtClean="0"/>
          </a:p>
          <a:p>
            <a:pPr lvl="1"/>
            <a:r>
              <a:rPr lang="pt-PT" smtClean="0"/>
              <a:t>Segundo nível</a:t>
            </a:r>
            <a:endParaRPr lang="pt-PT" smtClean="0"/>
          </a:p>
          <a:p>
            <a:pPr lvl="2"/>
            <a:r>
              <a:rPr lang="pt-PT" smtClean="0"/>
              <a:t>Terceiro nível</a:t>
            </a:r>
            <a:endParaRPr lang="pt-PT" smtClean="0"/>
          </a:p>
          <a:p>
            <a:pPr lvl="3"/>
            <a:r>
              <a:rPr lang="pt-PT" smtClean="0"/>
              <a:t>Quarto nível</a:t>
            </a:r>
            <a:endParaRPr lang="pt-PT" smtClean="0"/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  <a:endParaRPr lang="pt-PT" smtClean="0"/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 smtClean="0"/>
              <a:t>Editar os estilos de texto do Modelo Global</a:t>
            </a:r>
            <a:endParaRPr lang="pt-PT" smtClean="0"/>
          </a:p>
          <a:p>
            <a:pPr lvl="1"/>
            <a:r>
              <a:rPr lang="pt-PT" smtClean="0"/>
              <a:t>Segundo nível</a:t>
            </a:r>
            <a:endParaRPr lang="pt-PT" smtClean="0"/>
          </a:p>
          <a:p>
            <a:pPr lvl="2"/>
            <a:r>
              <a:rPr lang="pt-PT" smtClean="0"/>
              <a:t>Terceiro nível</a:t>
            </a:r>
            <a:endParaRPr lang="pt-PT" smtClean="0"/>
          </a:p>
          <a:p>
            <a:pPr lvl="3"/>
            <a:r>
              <a:rPr lang="pt-PT" smtClean="0"/>
              <a:t>Quarto nível</a:t>
            </a:r>
            <a:endParaRPr lang="pt-PT" smtClean="0"/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D32E0-7364-4E7B-91F6-E20CB31F173D}" type="datetimeFigureOut">
              <a:rPr lang="pt-PT" smtClean="0"/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99EBF-2C41-4DBE-ADE4-901766D2BF91}" type="slidenum">
              <a:rPr lang="pt-PT" smtClean="0"/>
            </a:fld>
            <a:endParaRPr lang="pt-P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D32E0-7364-4E7B-91F6-E20CB31F173D}" type="datetimeFigureOut">
              <a:rPr lang="pt-PT" smtClean="0"/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99EBF-2C41-4DBE-ADE4-901766D2BF91}" type="slidenum">
              <a:rPr lang="pt-PT" smtClean="0"/>
            </a:fld>
            <a:endParaRPr lang="pt-P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D32E0-7364-4E7B-91F6-E20CB31F173D}" type="datetimeFigureOut">
              <a:rPr lang="pt-PT" smtClean="0"/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99EBF-2C41-4DBE-ADE4-901766D2BF91}" type="slidenum">
              <a:rPr lang="pt-PT" smtClean="0"/>
            </a:fld>
            <a:endParaRPr lang="pt-P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 smtClean="0"/>
              <a:t>Editar os estilos de texto do Modelo Global</a:t>
            </a:r>
            <a:endParaRPr lang="pt-PT" smtClean="0"/>
          </a:p>
          <a:p>
            <a:pPr lvl="1"/>
            <a:r>
              <a:rPr lang="pt-PT" smtClean="0"/>
              <a:t>Segundo nível</a:t>
            </a:r>
            <a:endParaRPr lang="pt-PT" smtClean="0"/>
          </a:p>
          <a:p>
            <a:pPr lvl="2"/>
            <a:r>
              <a:rPr lang="pt-PT" smtClean="0"/>
              <a:t>Terceiro nível</a:t>
            </a:r>
            <a:endParaRPr lang="pt-PT" smtClean="0"/>
          </a:p>
          <a:p>
            <a:pPr lvl="3"/>
            <a:r>
              <a:rPr lang="pt-PT" smtClean="0"/>
              <a:t>Quarto nível</a:t>
            </a:r>
            <a:endParaRPr lang="pt-PT" smtClean="0"/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Editar os estilos de texto do Modelo Global</a:t>
            </a:r>
            <a:endParaRPr lang="pt-PT" smtClean="0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D32E0-7364-4E7B-91F6-E20CB31F173D}" type="datetimeFigureOut">
              <a:rPr lang="pt-PT" smtClean="0"/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99EBF-2C41-4DBE-ADE4-901766D2BF91}" type="slidenum">
              <a:rPr lang="pt-PT" smtClean="0"/>
            </a:fld>
            <a:endParaRPr lang="pt-P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Editar os estilos de texto do Modelo Global</a:t>
            </a:r>
            <a:endParaRPr lang="pt-PT" smtClean="0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D32E0-7364-4E7B-91F6-E20CB31F173D}" type="datetimeFigureOut">
              <a:rPr lang="pt-PT" smtClean="0"/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99EBF-2C41-4DBE-ADE4-901766D2BF91}" type="slidenum">
              <a:rPr lang="pt-PT" smtClean="0"/>
            </a:fld>
            <a:endParaRPr lang="pt-P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 smtClean="0"/>
              <a:t>Editar os estilos de texto do Modelo Global</a:t>
            </a:r>
            <a:endParaRPr lang="pt-PT" smtClean="0"/>
          </a:p>
          <a:p>
            <a:pPr lvl="1"/>
            <a:r>
              <a:rPr lang="pt-PT" smtClean="0"/>
              <a:t>Segundo nível</a:t>
            </a:r>
            <a:endParaRPr lang="pt-PT" smtClean="0"/>
          </a:p>
          <a:p>
            <a:pPr lvl="2"/>
            <a:r>
              <a:rPr lang="pt-PT" smtClean="0"/>
              <a:t>Terceiro nível</a:t>
            </a:r>
            <a:endParaRPr lang="pt-PT" smtClean="0"/>
          </a:p>
          <a:p>
            <a:pPr lvl="3"/>
            <a:r>
              <a:rPr lang="pt-PT" smtClean="0"/>
              <a:t>Quarto nível</a:t>
            </a:r>
            <a:endParaRPr lang="pt-PT" smtClean="0"/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D32E0-7364-4E7B-91F6-E20CB31F173D}" type="datetimeFigureOut">
              <a:rPr lang="pt-PT" smtClean="0"/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99EBF-2C41-4DBE-ADE4-901766D2BF91}" type="slidenum">
              <a:rPr lang="pt-PT" smtClean="0"/>
            </a:fld>
            <a:endParaRPr lang="pt-P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 smtClean="0"/>
              <a:t>Editar os estilos de texto do Modelo Global</a:t>
            </a:r>
            <a:endParaRPr lang="pt-PT" smtClean="0"/>
          </a:p>
          <a:p>
            <a:pPr lvl="1"/>
            <a:r>
              <a:rPr lang="pt-PT" smtClean="0"/>
              <a:t>Segundo nível</a:t>
            </a:r>
            <a:endParaRPr lang="pt-PT" smtClean="0"/>
          </a:p>
          <a:p>
            <a:pPr lvl="2"/>
            <a:r>
              <a:rPr lang="pt-PT" smtClean="0"/>
              <a:t>Terceiro nível</a:t>
            </a:r>
            <a:endParaRPr lang="pt-PT" smtClean="0"/>
          </a:p>
          <a:p>
            <a:pPr lvl="3"/>
            <a:r>
              <a:rPr lang="pt-PT" smtClean="0"/>
              <a:t>Quarto nível</a:t>
            </a:r>
            <a:endParaRPr lang="pt-PT" smtClean="0"/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D32E0-7364-4E7B-91F6-E20CB31F173D}" type="datetimeFigureOut">
              <a:rPr lang="pt-PT" smtClean="0"/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99EBF-2C41-4DBE-ADE4-901766D2BF91}" type="slidenum">
              <a:rPr lang="pt-PT" smtClean="0"/>
            </a:fld>
            <a:endParaRPr lang="pt-P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smtClean="0"/>
              <a:t>Editar os estilos de texto do Modelo Global</a:t>
            </a:r>
            <a:endParaRPr lang="pt-PT" smtClean="0"/>
          </a:p>
          <a:p>
            <a:pPr lvl="1"/>
            <a:r>
              <a:rPr lang="pt-PT" smtClean="0"/>
              <a:t>Segundo nível</a:t>
            </a:r>
            <a:endParaRPr lang="pt-PT" smtClean="0"/>
          </a:p>
          <a:p>
            <a:pPr lvl="2"/>
            <a:r>
              <a:rPr lang="pt-PT" smtClean="0"/>
              <a:t>Terceiro nível</a:t>
            </a:r>
            <a:endParaRPr lang="pt-PT" smtClean="0"/>
          </a:p>
          <a:p>
            <a:pPr lvl="3"/>
            <a:r>
              <a:rPr lang="pt-PT" smtClean="0"/>
              <a:t>Quarto nível</a:t>
            </a:r>
            <a:endParaRPr lang="pt-PT" smtClean="0"/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D32E0-7364-4E7B-91F6-E20CB31F173D}" type="datetimeFigureOut">
              <a:rPr lang="pt-PT" smtClean="0"/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99EBF-2C41-4DBE-ADE4-901766D2BF91}" type="slidenum">
              <a:rPr lang="pt-PT" smtClean="0"/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Ecrã Panorâmico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宋体</vt:lpstr>
      <vt:lpstr>Wingdings</vt:lpstr>
      <vt:lpstr>Tema do Office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lastModifiedBy> </cp:lastModifiedBy>
  <cp:revision>2</cp:revision>
  <dcterms:created xsi:type="dcterms:W3CDTF">2025-07-23T00:59:00Z</dcterms:created>
  <dcterms:modified xsi:type="dcterms:W3CDTF">2025-07-23T01:01:01Z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F224AF66BB5C4AA7BD194BFF44CDFAC2_13</vt:lpwstr>
  </property>
  <property fmtid="{D5CDD505-2E9C-101B-9397-08002B2CF9AE}" pid="3" name="KSOProductBuildVer">
    <vt:lpwstr>2052-12.1.0.21915</vt:lpwstr>
  </property>
</Properties>
</file>