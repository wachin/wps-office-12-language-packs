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altLang="en-US" smtClean="0"/>
              <a:t>คลิกเพื่อแก้ไขสไตล์ชื่อเรื่องรองต้นแบบ</a:t>
            </a:r>
            <a:endParaRPr lang="th-TH" altLang="en-US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เนื้อหา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ข้อความ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zh-CN" altLang="th-TH" dirty="0" smtClean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เนื้อหา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4" name="พื้นที่ที่สำรองไว้ เนื้อหา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5" name="พื้นที่ที่สำรองไว้ 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6" name="พื้นที่ที่สำรองไว้ 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7" name="พื้นที่ที่สำรองไว้ 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ข้อความ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zh-CN" altLang="th-TH" dirty="0" smtClean="0"/>
          </a:p>
        </p:txBody>
      </p:sp>
      <p:sp>
        <p:nvSpPr>
          <p:cNvPr id="4" name="พื้นที่ที่สำรองไว้ เนื้อหา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5" name="พื้นที่ที่สำรองไว้ ข้อความ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zh-CN" altLang="th-TH" dirty="0" smtClean="0"/>
          </a:p>
        </p:txBody>
      </p:sp>
      <p:sp>
        <p:nvSpPr>
          <p:cNvPr id="6" name="พื้นที่ที่สำรองไว้ เนื้อหา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7" name="พื้นที่ที่สำรองไว้ 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8" name="พื้นที่ที่สำรองไว้ 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9" name="พื้นที่ที่สำรองไว้ 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4" name="พื้นที่ที่สำรองไว้ 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5" name="พื้นที่ที่สำรองไว้ 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พื้นที่ที่สำรองไว้ 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3" name="พื้นที่ที่สำรองไว้ 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4" name="พื้นที่ที่สำรองไว้ 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เนื้อหา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4" name="พื้นที่ที่สำรองไว้ ข้อความ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zh-CN" altLang="th-TH" dirty="0" smtClean="0"/>
          </a:p>
        </p:txBody>
      </p:sp>
      <p:sp>
        <p:nvSpPr>
          <p:cNvPr id="5" name="พื้นที่ที่สำรองไว้ 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6" name="พื้นที่ที่สำรองไว้ 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7" name="พื้นที่ที่สำรองไว้ 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พื้นที่ที่สำรองไว้ ข้อความ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zh-CN" altLang="th-TH" dirty="0" smtClean="0"/>
          </a:p>
        </p:txBody>
      </p:sp>
      <p:sp>
        <p:nvSpPr>
          <p:cNvPr id="5" name="พื้นที่ที่สำรองไว้ 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6" name="พื้นที่ที่สำรองไว้ 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7" name="พื้นที่ที่สำรองไว้ 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ข้อความแนวตั้ง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ชื่อเรื่องแนวตั้งและข้อควา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ข้อความแนวตั้ง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altLang="en-US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พื้นที่ที่สำรองไว้ 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altLang="en-US" smtClean="0"/>
              <a:t>คลิกเพื่อแก้ไขสไตล์ต้นแบบชื่อเรื่อง</a:t>
            </a:r>
            <a:endParaRPr lang="th-TH" altLang="en-US" dirty="0"/>
          </a:p>
        </p:txBody>
      </p:sp>
      <p:sp>
        <p:nvSpPr>
          <p:cNvPr id="3" name="พื้นที่ที่สำรองไว้ 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altLang="en-US" smtClean="0"/>
              <a:t>คลิกเพื่อแก้ไขสไตล์ข้อความต้นแบบ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ระดับที่สอง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ระดับที่สาม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ระดับที่สี่</a:t>
            </a:r>
            <a:endParaRPr lang="th-TH" altLang="en-US" smtClean="0"/>
          </a:p>
          <a:p>
            <a:pPr lvl="0"/>
            <a:r>
              <a:rPr lang="th-TH" altLang="en-US" smtClean="0"/>
              <a:t>ระดับที่ห้า</a:t>
            </a:r>
            <a:endParaRPr lang="th-TH" altLang="en-US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h-TH" altLang="en-US" smtClean="0"/>
              <a:t>2017-2-24</a:t>
            </a:r>
            <a:endParaRPr lang="th-TH" altLang="en-US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 altLang="en-US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h-TH" altLang="en-US" smtClean="0"/>
              <a:t>‹#›</a:t>
            </a:r>
            <a:endParaRPr lang="th-TH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TH Sarabun PSK</vt:lpstr>
      <vt:lpstr>Segoe Print</vt:lpstr>
      <vt:lpstr>Office 主题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3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48A5EBD7333641D4BB9990AD94CC1BA5_13</vt:lpwstr>
  </property>
  <property fmtid="{D5CDD505-2E9C-101B-9397-08002B2CF9AE}" pid="3" name="KSOProductBuildVer">
    <vt:lpwstr>2052-12.1.0.21915</vt:lpwstr>
  </property>
</Properties>
</file>