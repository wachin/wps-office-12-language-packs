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Слайд заголов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RU" dirty="0"/>
          </a:p>
        </p:txBody>
      </p:sp>
      <p:sp>
        <p:nvSpPr>
          <p:cNvPr id="16" name="Заполнитель даты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17" name="Заполнитель колонтитула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18" name="Заполнитель номера слайда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содержимо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Заполнитель содержимого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Заполнитель даты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5" name="Заполнитель колонтитула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Заполнитель номера слайда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ru-RU" dirty="0"/>
              <a:t>Заголовок</a:t>
            </a:r>
            <a:endParaRPr lang="ru-RU" dirty="0"/>
          </a:p>
        </p:txBody>
      </p:sp>
      <p:sp>
        <p:nvSpPr>
          <p:cNvPr id="3" name="Текстовый заполнитель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Редактировать текст</a:t>
            </a:r>
            <a:endParaRPr lang="ru-RU" dirty="0"/>
          </a:p>
        </p:txBody>
      </p:sp>
      <p:sp>
        <p:nvSpPr>
          <p:cNvPr id="4" name="Заполнитель даты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5" name="Заполнитель колонтитула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Заполнитель номера слайда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Содержимое в двух колонка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Заполнитель содержимого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Заполнитель содержимого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  <a:endParaRPr lang="ru-RU" dirty="0"/>
          </a:p>
          <a:p>
            <a:pPr lvl="3"/>
            <a:r>
              <a:rPr lang="ru-RU" dirty="0"/>
              <a:t>Четвертый уровень</a:t>
            </a:r>
            <a:endParaRPr lang="ru-RU" dirty="0"/>
          </a:p>
          <a:p>
            <a:pPr lvl="4"/>
            <a:r>
              <a:rPr lang="ru-RU" dirty="0"/>
              <a:t>Пятый уровень</a:t>
            </a:r>
            <a:endParaRPr lang="ru-RU" dirty="0"/>
          </a:p>
        </p:txBody>
      </p:sp>
      <p:sp>
        <p:nvSpPr>
          <p:cNvPr id="5" name="Заполнитель даты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6" name="Заполнитель колонтитула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Заполнитель номера слайда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овый заполнитель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Редактировать текст</a:t>
            </a:r>
            <a:endParaRPr lang="ru-RU" dirty="0"/>
          </a:p>
        </p:txBody>
      </p:sp>
      <p:sp>
        <p:nvSpPr>
          <p:cNvPr id="4" name="Заполнитель содержимого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овый заполнитель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Редактировать текст</a:t>
            </a:r>
            <a:endParaRPr lang="ru-RU"/>
          </a:p>
        </p:txBody>
      </p:sp>
      <p:sp>
        <p:nvSpPr>
          <p:cNvPr id="6" name="Заполнитель содержимого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Заполнитель даты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8" name="Заполнитель колонтитула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Заполнитель номера слайда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Заполнитель даты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4" name="Заполнитель колонтитула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Заполнитель номера слайда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даты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3" name="Заполнитель колонтитула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Заполнитель номера слайда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зображение и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полнитель изображения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ru-RU"/>
          </a:p>
        </p:txBody>
      </p:sp>
      <p:sp>
        <p:nvSpPr>
          <p:cNvPr id="4" name="Текстовый заполнитель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ru-RU" smtClean="0"/>
              <a:t>Образец текста</a:t>
            </a:r>
            <a:endParaRPr lang="ru-RU"/>
          </a:p>
        </p:txBody>
      </p:sp>
      <p:sp>
        <p:nvSpPr>
          <p:cNvPr id="5" name="Заполнитель даты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ru-RU" smtClean="0"/>
            </a:fld>
            <a:endParaRPr lang="ru-RU" dirty="0"/>
          </a:p>
        </p:txBody>
      </p:sp>
      <p:sp>
        <p:nvSpPr>
          <p:cNvPr id="6" name="Заполнитель колонтитула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Заполнитель номера слайда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ru-RU" smtClean="0"/>
            </a:fld>
            <a:endParaRPr lang="ru-RU"/>
          </a:p>
        </p:txBody>
      </p:sp>
      <p:sp>
        <p:nvSpPr>
          <p:cNvPr id="9" name="Заголовок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ru-RU"/>
              <a:t>Образец заголовка</a:t>
            </a:r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ru-RU" smtClean="0"/>
              <a:t>Заголовок</a:t>
            </a:r>
            <a:endParaRPr lang="ru-RU"/>
          </a:p>
        </p:txBody>
      </p:sp>
      <p:sp>
        <p:nvSpPr>
          <p:cNvPr id="3" name="Заполнитель вертикального текста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  <a:endParaRPr lang="ru-RU" dirty="0"/>
          </a:p>
          <a:p>
            <a:pPr lvl="3"/>
            <a:r>
              <a:rPr lang="ru-RU" dirty="0"/>
              <a:t>Четвертый уровень</a:t>
            </a:r>
            <a:endParaRPr lang="ru-RU" dirty="0"/>
          </a:p>
          <a:p>
            <a:pPr lvl="4"/>
            <a:r>
              <a:rPr lang="ru-RU" dirty="0"/>
              <a:t>Пятый уровень</a:t>
            </a:r>
            <a:endParaRPr lang="ru-RU" dirty="0"/>
          </a:p>
        </p:txBody>
      </p:sp>
      <p:sp>
        <p:nvSpPr>
          <p:cNvPr id="4" name="Заполнитель даты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5" name="Заполнитель колонтитула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Заполнитель номера слайда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имо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полнитель даты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4" name="Заполнитель колонтитула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Заполнитель номера слайда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  <p:sp>
        <p:nvSpPr>
          <p:cNvPr id="7" name="Заполнитель содержимого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  <a:endParaRPr lang="ru-RU" dirty="0"/>
          </a:p>
          <a:p>
            <a:pPr lvl="3"/>
            <a:r>
              <a:rPr lang="ru-RU" dirty="0"/>
              <a:t>Четвертый уровень</a:t>
            </a:r>
            <a:endParaRPr lang="ru-RU" dirty="0"/>
          </a:p>
          <a:p>
            <a:pPr lvl="4"/>
            <a:r>
              <a:rPr lang="ru-RU" dirty="0"/>
              <a:t>Пятый уровень</a:t>
            </a:r>
            <a:endParaRPr lang="ru-RU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неч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полнитель даты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4" name="Заполнитель колонтитула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Заполнитель номера слайда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ru-RU" smtClean="0"/>
              <a:t>Заголовок</a:t>
            </a:r>
            <a:endParaRPr lang="ru-RU"/>
          </a:p>
        </p:txBody>
      </p:sp>
      <p:sp>
        <p:nvSpPr>
          <p:cNvPr id="7" name="Текстовый заполнитель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ru-RU" dirty="0"/>
              <a:t>Образец текста</a:t>
            </a:r>
            <a:endParaRPr lang="ru-RU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-заполнитель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3" name="Текстовый заполнитель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  <a:endParaRPr lang="ru-RU" dirty="0"/>
          </a:p>
          <a:p>
            <a:pPr lvl="3"/>
            <a:r>
              <a:rPr lang="ru-RU" dirty="0"/>
              <a:t>Четвертый уровень</a:t>
            </a:r>
            <a:endParaRPr lang="ru-RU" dirty="0"/>
          </a:p>
          <a:p>
            <a:pPr lvl="4"/>
            <a:r>
              <a:rPr lang="ru-RU" dirty="0"/>
              <a:t>Пятый уровень</a:t>
            </a:r>
            <a:endParaRPr lang="ru-RU" dirty="0"/>
          </a:p>
        </p:txBody>
      </p:sp>
      <p:sp>
        <p:nvSpPr>
          <p:cNvPr id="4" name="Заполнитель даты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5" name="Заполнитель колонтитула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Заполнитель номера слайда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ru-RU" smtClean="0"/>
            </a:fld>
            <a:endParaRPr lang="ru-RU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ru-RU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Презентация WPS</Application>
  <PresentationFormat>Широкоэкранный</PresentationFormat>
  <Paragraphs>0</Paragraphs>
  <Slides>1</Slides>
  <Notes>0</Notes>
  <HiddenSlides>0</HiddenSlides>
  <MMClips>0</MMClips>
  <ScaleCrop>false</ScaleCrop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Пустая презентация</dc:title>
  <dc:creator/>
  <cp:lastModifiedBy> </cp:lastModifiedBy>
  <dcterms:created xsi:type="dcterms:W3CDTF">2019-06-19T02:08:00Z</dcterms:created>
  <dcterms:modified xsi:type="dcterms:W3CDTF">2025-07-23T01:00:53Z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