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2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26808-429A-4028-A4D4-897012403039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B6D81-95DE-485F-B5F2-D8EB09B7804D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Arial</vt:lpstr>
      <vt:lpstr>宋体</vt:lpstr>
      <vt:lpstr>Wingdings</vt:lpstr>
      <vt:lpstr>PMingLiU</vt:lpstr>
      <vt:lpstr>Segoe Print</vt:lpstr>
      <vt:lpstr>Calibri Light</vt:lpstr>
      <vt:lpstr>Calibri</vt:lpstr>
      <vt:lpstr>Office 佈景主題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3</cp:revision>
  <dcterms:created xsi:type="dcterms:W3CDTF">2025-07-23T00:59:00Z</dcterms:created>
  <dcterms:modified xsi:type="dcterms:W3CDTF">2025-07-23T01:01:05Z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0293ECF76A0344FFA1E0A967BF436AEB_13</vt:lpwstr>
  </property>
  <property fmtid="{D5CDD505-2E9C-101B-9397-08002B2CF9AE}" pid="3" name="KSOProductBuildVer">
    <vt:lpwstr>2052-12.1.0.21915</vt:lpwstr>
  </property>
</Properties>
</file>