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DE8C502F97D9422086B0FCB3F47C509D_13</vt:lpwstr>
  </property>
</Properties>
</file>