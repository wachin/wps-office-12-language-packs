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64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7099-541E-446B-9E0C-D3960E4DE671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08FC-37E1-461E-828E-CF7197B5DAC2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7099-541E-446B-9E0C-D3960E4DE671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08FC-37E1-461E-828E-CF7197B5DAC2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  <a:endParaRPr lang="fr-FR" smtClean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7099-541E-446B-9E0C-D3960E4DE671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08FC-37E1-461E-828E-CF7197B5DAC2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7099-541E-446B-9E0C-D3960E4DE671}" type="datetimeFigureOut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08FC-37E1-461E-828E-CF7197B5DAC2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  <a:endParaRPr lang="fr-FR" smtClean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  <a:endParaRPr lang="fr-FR" smtClean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7099-541E-446B-9E0C-D3960E4DE671}" type="datetimeFigureOut">
              <a:rPr lang="fr-FR" smtClean="0"/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08FC-37E1-461E-828E-CF7197B5DAC2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7099-541E-446B-9E0C-D3960E4DE671}" type="datetimeFigureOut">
              <a:rPr lang="fr-FR" smtClean="0"/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08FC-37E1-461E-828E-CF7197B5DAC2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7099-541E-446B-9E0C-D3960E4DE671}" type="datetimeFigureOut">
              <a:rPr lang="fr-FR" smtClean="0"/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08FC-37E1-461E-828E-CF7197B5DAC2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  <a:endParaRPr lang="fr-FR" smtClean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7099-541E-446B-9E0C-D3960E4DE671}" type="datetimeFigureOut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08FC-37E1-461E-828E-CF7197B5DAC2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  <a:endParaRPr lang="fr-FR" smtClean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7099-541E-446B-9E0C-D3960E4DE671}" type="datetimeFigureOut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08FC-37E1-461E-828E-CF7197B5DAC2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7099-541E-446B-9E0C-D3960E4DE671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08FC-37E1-461E-828E-CF7197B5DAC2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7099-541E-446B-9E0C-D3960E4DE671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08FC-37E1-461E-828E-CF7197B5DAC2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B37099-541E-446B-9E0C-D3960E4DE671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008FC-37E1-461E-828E-CF7197B5DAC2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宋体</vt:lpstr>
      <vt:lpstr>Wingdings</vt:lpstr>
      <vt:lpstr>Thème Office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/>
  <cp:lastModifiedBy> </cp:lastModifiedBy>
  <cp:revision>2</cp:revision>
  <dcterms:created xsi:type="dcterms:W3CDTF">2025-07-23T00:59:00Z</dcterms:created>
  <dcterms:modified xsi:type="dcterms:W3CDTF">2025-07-23T01:00:59Z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5230F8B0432A45EEBF981216C48735AE_13</vt:lpwstr>
  </property>
  <property fmtid="{D5CDD505-2E9C-101B-9397-08002B2CF9AE}" pid="3" name="KSOProductBuildVer">
    <vt:lpwstr>2052-12.1.0.21915</vt:lpwstr>
  </property>
</Properties>
</file>