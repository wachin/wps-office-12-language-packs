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192000" cy="6858000"/>
  <p:notesSz cx="6858000" cy="9144000"/>
  <p:embeddedFontLst>
    <p:embeddedFont>
      <p:font typeface="Calibri Light" panose="020F0302020204030204" charset="0"/>
      <p:regular r:id="rId7"/>
      <p:italic r:id="rId8"/>
    </p:embeddedFont>
    <p:embeddedFont>
      <p:font typeface="Calibri" panose="020F050202020403020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 smtClean="0"/>
              <a:t>คลิกเพื่อแก้ไขสไตล์ต้นแบบชื่อเรื่อง</a:t>
            </a:r>
            <a:endParaRPr lang="th-TH" dirty="0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 smtClean="0"/>
              <a:t>คลิกเพื่อแก้ไขสไตล์ชื่อเรื่องรองต้นแบบ</a:t>
            </a:r>
            <a:endParaRPr lang="th-TH" dirty="0"/>
          </a:p>
        </p:txBody>
      </p:sp>
      <p:sp>
        <p:nvSpPr>
          <p:cNvPr id="4" name="พื้นที่ที่สำรองไว้ 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smtClean="0"/>
              <a:t>2/20/2017</a:t>
            </a:r>
            <a:endParaRPr lang="th-TH" dirty="0"/>
          </a:p>
        </p:txBody>
      </p:sp>
      <p:sp>
        <p:nvSpPr>
          <p:cNvPr id="5" name="พื้นที่ที่สำรองไว้ 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พื้นที่ที่สำรองไว้ 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smtClean="0"/>
              <a:t>‹#›</a:t>
            </a:r>
            <a:endParaRPr lang="th-TH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คลิกเพื่อแก้ไขสไตล์ต้นแบบชื่อเรื่อง</a:t>
            </a:r>
            <a:endParaRPr lang="th-TH" dirty="0"/>
          </a:p>
        </p:txBody>
      </p:sp>
      <p:sp>
        <p:nvSpPr>
          <p:cNvPr id="3" name="พื้นที่ที่สำรองไว้ เนื้อหา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คลิกเพื่อแก้ไขสไตล์ข้อความต้นแบบ</a:t>
            </a:r>
            <a:endParaRPr lang="th-TH" smtClean="0"/>
          </a:p>
          <a:p>
            <a:pPr lvl="0"/>
            <a:r>
              <a:rPr lang="th-TH" smtClean="0"/>
              <a:t>ระดับที่สอง</a:t>
            </a:r>
            <a:endParaRPr lang="th-TH" smtClean="0"/>
          </a:p>
          <a:p>
            <a:pPr lvl="0"/>
            <a:r>
              <a:rPr lang="th-TH" smtClean="0"/>
              <a:t>ระดับที่สาม</a:t>
            </a:r>
            <a:endParaRPr lang="th-TH" smtClean="0"/>
          </a:p>
          <a:p>
            <a:pPr lvl="0"/>
            <a:r>
              <a:rPr lang="th-TH" smtClean="0"/>
              <a:t>ระดับที่สี่</a:t>
            </a:r>
            <a:endParaRPr lang="th-TH" smtClean="0"/>
          </a:p>
          <a:p>
            <a:pPr lvl="0"/>
            <a:r>
              <a:rPr lang="th-TH" smtClean="0"/>
              <a:t>ระดับที่ห้า</a:t>
            </a:r>
            <a:endParaRPr lang="th-TH" dirty="0"/>
          </a:p>
        </p:txBody>
      </p:sp>
      <p:sp>
        <p:nvSpPr>
          <p:cNvPr id="4" name="พื้นที่ที่สำรองไว้ 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smtClean="0"/>
              <a:t>2/20/2017</a:t>
            </a:r>
            <a:endParaRPr lang="th-TH" dirty="0"/>
          </a:p>
        </p:txBody>
      </p:sp>
      <p:sp>
        <p:nvSpPr>
          <p:cNvPr id="5" name="พื้นที่ที่สำรองไว้ 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พื้นที่ที่สำรองไว้ 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smtClean="0"/>
              <a:t>‹#›</a:t>
            </a:r>
            <a:endParaRPr lang="th-TH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 smtClean="0"/>
              <a:t>คลิกเพื่อแก้ไขสไตล์ต้นแบบชื่อเรื่อง</a:t>
            </a:r>
            <a:endParaRPr lang="th-TH" dirty="0"/>
          </a:p>
        </p:txBody>
      </p:sp>
      <p:sp>
        <p:nvSpPr>
          <p:cNvPr id="3" name="พื้นที่ที่สำรองไว้ ข้อความ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คลิกเพื่อแก้ไขสไตล์ข้อความต้นแบบ</a:t>
            </a:r>
            <a:endParaRPr lang="th-TH" dirty="0" smtClean="0"/>
          </a:p>
        </p:txBody>
      </p:sp>
      <p:sp>
        <p:nvSpPr>
          <p:cNvPr id="4" name="พื้นที่ที่สำรองไว้ 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smtClean="0"/>
              <a:t>2/20/2017</a:t>
            </a:r>
            <a:endParaRPr lang="th-TH" dirty="0"/>
          </a:p>
        </p:txBody>
      </p:sp>
      <p:sp>
        <p:nvSpPr>
          <p:cNvPr id="5" name="พื้นที่ที่สำรองไว้ 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พื้นที่ที่สำรองไว้ 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smtClean="0"/>
              <a:t>‹#›</a:t>
            </a:r>
            <a:endParaRPr lang="th-TH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คลิกเพื่อแก้ไขสไตล์ต้นแบบชื่อเรื่อง</a:t>
            </a:r>
            <a:endParaRPr lang="th-TH" dirty="0"/>
          </a:p>
        </p:txBody>
      </p:sp>
      <p:sp>
        <p:nvSpPr>
          <p:cNvPr id="3" name="พื้นที่ที่สำรองไว้ เนื้อหา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คลิกเพื่อแก้ไขสไตล์ข้อความต้นแบบ</a:t>
            </a:r>
            <a:endParaRPr lang="th-TH" smtClean="0"/>
          </a:p>
          <a:p>
            <a:pPr lvl="0"/>
            <a:r>
              <a:rPr lang="th-TH" smtClean="0"/>
              <a:t>ระดับที่สอง</a:t>
            </a:r>
            <a:endParaRPr lang="th-TH" smtClean="0"/>
          </a:p>
          <a:p>
            <a:pPr lvl="0"/>
            <a:r>
              <a:rPr lang="th-TH" smtClean="0"/>
              <a:t>ระดับที่สาม</a:t>
            </a:r>
            <a:endParaRPr lang="th-TH" smtClean="0"/>
          </a:p>
          <a:p>
            <a:pPr lvl="0"/>
            <a:r>
              <a:rPr lang="th-TH" smtClean="0"/>
              <a:t>ระดับที่สี่</a:t>
            </a:r>
            <a:endParaRPr lang="th-TH" smtClean="0"/>
          </a:p>
          <a:p>
            <a:pPr lvl="0"/>
            <a:r>
              <a:rPr lang="th-TH" smtClean="0"/>
              <a:t>ระดับที่ห้า</a:t>
            </a:r>
            <a:endParaRPr lang="th-TH" dirty="0"/>
          </a:p>
        </p:txBody>
      </p:sp>
      <p:sp>
        <p:nvSpPr>
          <p:cNvPr id="4" name="พื้นที่ที่สำรองไว้ เนื้อหา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คลิกเพื่อแก้ไขสไตล์ข้อความต้นแบบ</a:t>
            </a:r>
            <a:endParaRPr lang="th-TH" smtClean="0"/>
          </a:p>
          <a:p>
            <a:pPr lvl="0"/>
            <a:r>
              <a:rPr lang="th-TH" smtClean="0"/>
              <a:t>ระดับที่สอง</a:t>
            </a:r>
            <a:endParaRPr lang="th-TH" smtClean="0"/>
          </a:p>
          <a:p>
            <a:pPr lvl="0"/>
            <a:r>
              <a:rPr lang="th-TH" smtClean="0"/>
              <a:t>ระดับที่สาม</a:t>
            </a:r>
            <a:endParaRPr lang="th-TH" smtClean="0"/>
          </a:p>
          <a:p>
            <a:pPr lvl="0"/>
            <a:r>
              <a:rPr lang="th-TH" smtClean="0"/>
              <a:t>ระดับที่สี่</a:t>
            </a:r>
            <a:endParaRPr lang="th-TH" smtClean="0"/>
          </a:p>
          <a:p>
            <a:pPr lvl="0"/>
            <a:r>
              <a:rPr lang="th-TH" smtClean="0"/>
              <a:t>ระดับที่ห้า</a:t>
            </a:r>
            <a:endParaRPr lang="th-TH" dirty="0"/>
          </a:p>
        </p:txBody>
      </p:sp>
      <p:sp>
        <p:nvSpPr>
          <p:cNvPr id="5" name="พื้นที่ที่สำรองไว้ 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smtClean="0"/>
              <a:t>2/20/2017</a:t>
            </a:r>
            <a:endParaRPr lang="th-TH" dirty="0"/>
          </a:p>
        </p:txBody>
      </p:sp>
      <p:sp>
        <p:nvSpPr>
          <p:cNvPr id="6" name="พื้นที่ที่สำรองไว้ 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7" name="พื้นที่ที่สำรองไว้ 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smtClean="0"/>
              <a:t>‹#›</a:t>
            </a:r>
            <a:endParaRPr lang="th-TH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 smtClean="0"/>
              <a:t>คลิกเพื่อแก้ไขสไตล์ต้นแบบชื่อเรื่อง</a:t>
            </a:r>
            <a:endParaRPr lang="th-TH" dirty="0"/>
          </a:p>
        </p:txBody>
      </p:sp>
      <p:sp>
        <p:nvSpPr>
          <p:cNvPr id="3" name="พื้นที่ที่สำรองไว้ ข้อความ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คลิกเพื่อแก้ไขสไตล์ข้อความต้นแบบ</a:t>
            </a:r>
            <a:endParaRPr lang="th-TH" dirty="0" smtClean="0"/>
          </a:p>
        </p:txBody>
      </p:sp>
      <p:sp>
        <p:nvSpPr>
          <p:cNvPr id="4" name="พื้นที่ที่สำรองไว้ เนื้อหา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คลิกเพื่อแก้ไขสไตล์ข้อความต้นแบบ</a:t>
            </a:r>
            <a:endParaRPr lang="th-TH" smtClean="0"/>
          </a:p>
          <a:p>
            <a:pPr lvl="0"/>
            <a:r>
              <a:rPr lang="th-TH" smtClean="0"/>
              <a:t>ระดับที่สอง</a:t>
            </a:r>
            <a:endParaRPr lang="th-TH" smtClean="0"/>
          </a:p>
          <a:p>
            <a:pPr lvl="0"/>
            <a:r>
              <a:rPr lang="th-TH" smtClean="0"/>
              <a:t>ระดับที่สาม</a:t>
            </a:r>
            <a:endParaRPr lang="th-TH" smtClean="0"/>
          </a:p>
          <a:p>
            <a:pPr lvl="0"/>
            <a:r>
              <a:rPr lang="th-TH" smtClean="0"/>
              <a:t>ระดับที่สี่</a:t>
            </a:r>
            <a:endParaRPr lang="th-TH" smtClean="0"/>
          </a:p>
          <a:p>
            <a:pPr lvl="0"/>
            <a:r>
              <a:rPr lang="th-TH" smtClean="0"/>
              <a:t>ระดับที่ห้า</a:t>
            </a:r>
            <a:endParaRPr lang="th-TH" dirty="0"/>
          </a:p>
        </p:txBody>
      </p:sp>
      <p:sp>
        <p:nvSpPr>
          <p:cNvPr id="5" name="พื้นที่ที่สำรองไว้ ข้อความ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คลิกเพื่อแก้ไขสไตล์ข้อความต้นแบบ</a:t>
            </a:r>
            <a:endParaRPr lang="th-TH" dirty="0" smtClean="0"/>
          </a:p>
        </p:txBody>
      </p:sp>
      <p:sp>
        <p:nvSpPr>
          <p:cNvPr id="6" name="พื้นที่ที่สำรองไว้ เนื้อหา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คลิกเพื่อแก้ไขสไตล์ข้อความต้นแบบ</a:t>
            </a:r>
            <a:endParaRPr lang="th-TH" smtClean="0"/>
          </a:p>
          <a:p>
            <a:pPr lvl="0"/>
            <a:r>
              <a:rPr lang="th-TH" smtClean="0"/>
              <a:t>ระดับที่สอง</a:t>
            </a:r>
            <a:endParaRPr lang="th-TH" smtClean="0"/>
          </a:p>
          <a:p>
            <a:pPr lvl="0"/>
            <a:r>
              <a:rPr lang="th-TH" smtClean="0"/>
              <a:t>ระดับที่สาม</a:t>
            </a:r>
            <a:endParaRPr lang="th-TH" smtClean="0"/>
          </a:p>
          <a:p>
            <a:pPr lvl="0"/>
            <a:r>
              <a:rPr lang="th-TH" smtClean="0"/>
              <a:t>ระดับที่สี่</a:t>
            </a:r>
            <a:endParaRPr lang="th-TH" smtClean="0"/>
          </a:p>
          <a:p>
            <a:pPr lvl="0"/>
            <a:r>
              <a:rPr lang="th-TH" smtClean="0"/>
              <a:t>ระดับที่ห้า</a:t>
            </a:r>
            <a:endParaRPr lang="th-TH" dirty="0"/>
          </a:p>
        </p:txBody>
      </p:sp>
      <p:sp>
        <p:nvSpPr>
          <p:cNvPr id="7" name="พื้นที่ที่สำรองไว้ 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smtClean="0"/>
              <a:t>2/20/2017</a:t>
            </a:r>
            <a:endParaRPr lang="th-TH" dirty="0"/>
          </a:p>
        </p:txBody>
      </p:sp>
      <p:sp>
        <p:nvSpPr>
          <p:cNvPr id="8" name="พื้นที่ที่สำรองไว้ 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9" name="พื้นที่ที่สำรองไว้ 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smtClean="0"/>
              <a:t>‹#›</a:t>
            </a:r>
            <a:endParaRPr lang="th-TH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คลิกเพื่อแก้ไขสไตล์ต้นแบบชื่อเรื่อง</a:t>
            </a:r>
            <a:endParaRPr lang="th-TH" dirty="0"/>
          </a:p>
        </p:txBody>
      </p:sp>
      <p:sp>
        <p:nvSpPr>
          <p:cNvPr id="3" name="พื้นที่ที่สำรองไว้ 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smtClean="0"/>
              <a:t>2/20/2017</a:t>
            </a:r>
            <a:endParaRPr lang="th-TH" dirty="0"/>
          </a:p>
        </p:txBody>
      </p:sp>
      <p:sp>
        <p:nvSpPr>
          <p:cNvPr id="4" name="พื้นที่ที่สำรองไว้ 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5" name="พื้นที่ที่สำรองไว้ 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smtClean="0"/>
              <a:t>‹#›</a:t>
            </a:r>
            <a:endParaRPr lang="th-TH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พื้นที่ที่สำรองไว้ 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smtClean="0"/>
              <a:t>2/20/2017</a:t>
            </a:r>
            <a:endParaRPr lang="th-TH" dirty="0"/>
          </a:p>
        </p:txBody>
      </p:sp>
      <p:sp>
        <p:nvSpPr>
          <p:cNvPr id="3" name="พื้นที่ที่สำรองไว้ 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พื้นที่ที่สำรองไว้ 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smtClean="0"/>
              <a:t>‹#›</a:t>
            </a:r>
            <a:endParaRPr lang="th-TH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คลิกเพื่อแก้ไขสไตล์ต้นแบบชื่อเรื่อง</a:t>
            </a:r>
            <a:endParaRPr lang="th-TH" dirty="0"/>
          </a:p>
        </p:txBody>
      </p:sp>
      <p:sp>
        <p:nvSpPr>
          <p:cNvPr id="3" name="พื้นที่ที่สำรองไว้ เนื้อหา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คลิกเพื่อแก้ไขสไตล์ข้อความต้นแบบ</a:t>
            </a:r>
            <a:endParaRPr lang="th-TH" smtClean="0"/>
          </a:p>
          <a:p>
            <a:pPr lvl="0"/>
            <a:r>
              <a:rPr lang="th-TH" smtClean="0"/>
              <a:t>ระดับที่สอง</a:t>
            </a:r>
            <a:endParaRPr lang="th-TH" smtClean="0"/>
          </a:p>
          <a:p>
            <a:pPr lvl="0"/>
            <a:r>
              <a:rPr lang="th-TH" smtClean="0"/>
              <a:t>ระดับที่สาม</a:t>
            </a:r>
            <a:endParaRPr lang="th-TH" smtClean="0"/>
          </a:p>
          <a:p>
            <a:pPr lvl="0"/>
            <a:r>
              <a:rPr lang="th-TH" smtClean="0"/>
              <a:t>ระดับที่สี่</a:t>
            </a:r>
            <a:endParaRPr lang="th-TH" smtClean="0"/>
          </a:p>
          <a:p>
            <a:pPr lvl="0"/>
            <a:r>
              <a:rPr lang="th-TH" smtClean="0"/>
              <a:t>ระดับที่ห้า</a:t>
            </a:r>
            <a:endParaRPr lang="th-TH" dirty="0"/>
          </a:p>
        </p:txBody>
      </p:sp>
      <p:sp>
        <p:nvSpPr>
          <p:cNvPr id="4" name="พื้นที่ที่สำรองไว้ ข้อความ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 smtClean="0"/>
              <a:t>คลิกเพื่อแก้ไขสไตล์ข้อความต้นแบบ</a:t>
            </a:r>
            <a:endParaRPr lang="th-TH" dirty="0" smtClean="0"/>
          </a:p>
        </p:txBody>
      </p:sp>
      <p:sp>
        <p:nvSpPr>
          <p:cNvPr id="5" name="พื้นที่ที่สำรองไว้ 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smtClean="0"/>
              <a:t>2/20/2017</a:t>
            </a:r>
            <a:endParaRPr lang="th-TH" dirty="0"/>
          </a:p>
        </p:txBody>
      </p:sp>
      <p:sp>
        <p:nvSpPr>
          <p:cNvPr id="6" name="พื้นที่ที่สำรองไว้ 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7" name="พื้นที่ที่สำรองไว้ 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smtClean="0"/>
              <a:t>‹#›</a:t>
            </a:r>
            <a:endParaRPr lang="th-TH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คลิกเพื่อแก้ไขสไตล์ต้นแบบชื่อเรื่อง</a:t>
            </a:r>
            <a:endParaRPr lang="th-TH" dirty="0"/>
          </a:p>
        </p:txBody>
      </p:sp>
      <p:sp>
        <p:nvSpPr>
          <p:cNvPr id="3" name="พื้นที่ที่สำรองไว้ รูปภาพ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พื้นที่ที่สำรองไว้ ข้อความ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 smtClean="0"/>
              <a:t>คลิกเพื่อแก้ไขสไตล์ข้อความต้นแบบ</a:t>
            </a:r>
            <a:endParaRPr lang="th-TH" dirty="0" smtClean="0"/>
          </a:p>
        </p:txBody>
      </p:sp>
      <p:sp>
        <p:nvSpPr>
          <p:cNvPr id="5" name="พื้นที่ที่สำรองไว้ 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smtClean="0"/>
              <a:t>2/20/2017</a:t>
            </a:r>
            <a:endParaRPr lang="th-TH" dirty="0"/>
          </a:p>
        </p:txBody>
      </p:sp>
      <p:sp>
        <p:nvSpPr>
          <p:cNvPr id="6" name="พื้นที่ที่สำรองไว้ 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7" name="พื้นที่ที่สำรองไว้ 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smtClean="0"/>
              <a:t>‹#›</a:t>
            </a:r>
            <a:endParaRPr lang="th-TH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คลิกเพื่อแก้ไขสไตล์ต้นแบบชื่อเรื่อง</a:t>
            </a:r>
            <a:endParaRPr lang="th-TH" dirty="0"/>
          </a:p>
        </p:txBody>
      </p:sp>
      <p:sp>
        <p:nvSpPr>
          <p:cNvPr id="3" name="พื้นที่ที่สำรองไว้ ข้อความแนวตั้ง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คลิกเพื่อแก้ไขสไตล์ข้อความต้นแบบ</a:t>
            </a:r>
            <a:endParaRPr lang="th-TH" smtClean="0"/>
          </a:p>
          <a:p>
            <a:pPr lvl="0"/>
            <a:r>
              <a:rPr lang="th-TH" smtClean="0"/>
              <a:t>ระดับที่สอง</a:t>
            </a:r>
            <a:endParaRPr lang="th-TH" smtClean="0"/>
          </a:p>
          <a:p>
            <a:pPr lvl="0"/>
            <a:r>
              <a:rPr lang="th-TH" smtClean="0"/>
              <a:t>ระดับที่สาม</a:t>
            </a:r>
            <a:endParaRPr lang="th-TH" smtClean="0"/>
          </a:p>
          <a:p>
            <a:pPr lvl="0"/>
            <a:r>
              <a:rPr lang="th-TH" smtClean="0"/>
              <a:t>ระดับที่สี่</a:t>
            </a:r>
            <a:endParaRPr lang="th-TH" smtClean="0"/>
          </a:p>
          <a:p>
            <a:pPr lvl="0"/>
            <a:r>
              <a:rPr lang="th-TH" smtClean="0"/>
              <a:t>ระดับที่ห้า</a:t>
            </a:r>
            <a:endParaRPr lang="th-TH" dirty="0"/>
          </a:p>
        </p:txBody>
      </p:sp>
      <p:sp>
        <p:nvSpPr>
          <p:cNvPr id="4" name="พื้นที่ที่สำรองไว้ 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smtClean="0"/>
              <a:t>2/20/2017</a:t>
            </a:r>
            <a:endParaRPr lang="th-TH" dirty="0"/>
          </a:p>
        </p:txBody>
      </p:sp>
      <p:sp>
        <p:nvSpPr>
          <p:cNvPr id="5" name="พื้นที่ที่สำรองไว้ 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พื้นที่ที่สำรองไว้ 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smtClean="0"/>
              <a:t>‹#›</a:t>
            </a:r>
            <a:endParaRPr lang="th-TH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ชื่อเรื่องแนวตั้งและข้อควา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 smtClean="0"/>
              <a:t>คลิกเพื่อแก้ไขสไตล์ต้นแบบชื่อเรื่อง</a:t>
            </a:r>
            <a:endParaRPr lang="th-TH" dirty="0"/>
          </a:p>
        </p:txBody>
      </p:sp>
      <p:sp>
        <p:nvSpPr>
          <p:cNvPr id="3" name="พื้นที่ที่สำรองไว้ ข้อความแนวตั้ง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คลิกเพื่อแก้ไขสไตล์ข้อความต้นแบบ</a:t>
            </a:r>
            <a:endParaRPr lang="th-TH" smtClean="0"/>
          </a:p>
          <a:p>
            <a:pPr lvl="0"/>
            <a:r>
              <a:rPr lang="th-TH" smtClean="0"/>
              <a:t>ระดับที่สอง</a:t>
            </a:r>
            <a:endParaRPr lang="th-TH" smtClean="0"/>
          </a:p>
          <a:p>
            <a:pPr lvl="0"/>
            <a:r>
              <a:rPr lang="th-TH" smtClean="0"/>
              <a:t>ระดับที่สาม</a:t>
            </a:r>
            <a:endParaRPr lang="th-TH" smtClean="0"/>
          </a:p>
          <a:p>
            <a:pPr lvl="0"/>
            <a:r>
              <a:rPr lang="th-TH" smtClean="0"/>
              <a:t>ระดับที่สี่</a:t>
            </a:r>
            <a:endParaRPr lang="th-TH" smtClean="0"/>
          </a:p>
          <a:p>
            <a:pPr lvl="0"/>
            <a:r>
              <a:rPr lang="th-TH" smtClean="0"/>
              <a:t>ระดับที่ห้า</a:t>
            </a:r>
            <a:endParaRPr lang="th-TH" dirty="0"/>
          </a:p>
        </p:txBody>
      </p:sp>
      <p:sp>
        <p:nvSpPr>
          <p:cNvPr id="4" name="พื้นที่ที่สำรองไว้ 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h-TH" smtClean="0"/>
              <a:t>2/20/2017</a:t>
            </a:r>
            <a:endParaRPr lang="th-TH" dirty="0"/>
          </a:p>
        </p:txBody>
      </p:sp>
      <p:sp>
        <p:nvSpPr>
          <p:cNvPr id="5" name="พื้นที่ที่สำรองไว้ 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พื้นที่ที่สำรองไว้ 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th-TH" smtClean="0"/>
              <a:t>‹#›</a:t>
            </a:r>
            <a:endParaRPr lang="th-TH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พื้นที่ที่สำรองไว้ ชื่อเรื่อง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คลิกเพื่อแก้ไขสไตล์ต้นแบบชื่อเรื่อง</a:t>
            </a:r>
            <a:endParaRPr lang="th-TH" dirty="0"/>
          </a:p>
        </p:txBody>
      </p:sp>
      <p:sp>
        <p:nvSpPr>
          <p:cNvPr id="3" name="พื้นที่ที่สำรองไว้ ข้อความ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คลิกเพื่อแก้ไขสไตล์ข้อความต้นแบบ</a:t>
            </a:r>
            <a:endParaRPr lang="th-TH" smtClean="0"/>
          </a:p>
          <a:p>
            <a:pPr lvl="0"/>
            <a:r>
              <a:rPr lang="th-TH" smtClean="0"/>
              <a:t>ระดับที่สอง</a:t>
            </a:r>
            <a:endParaRPr lang="th-TH" smtClean="0"/>
          </a:p>
          <a:p>
            <a:pPr lvl="0"/>
            <a:r>
              <a:rPr lang="th-TH" smtClean="0"/>
              <a:t>ระดับที่สาม</a:t>
            </a:r>
            <a:endParaRPr lang="th-TH" smtClean="0"/>
          </a:p>
          <a:p>
            <a:pPr lvl="0"/>
            <a:r>
              <a:rPr lang="th-TH" smtClean="0"/>
              <a:t>ระดับที่สี่</a:t>
            </a:r>
            <a:endParaRPr lang="th-TH" smtClean="0"/>
          </a:p>
          <a:p>
            <a:pPr lvl="0"/>
            <a:r>
              <a:rPr lang="th-TH" smtClean="0"/>
              <a:t>ระดับที่ห้า</a:t>
            </a:r>
            <a:endParaRPr lang="th-TH" dirty="0"/>
          </a:p>
        </p:txBody>
      </p:sp>
      <p:sp>
        <p:nvSpPr>
          <p:cNvPr id="4" name="พื้นที่ที่สำรองไว้ วันที่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th-TH" smtClean="0"/>
              <a:t>2/20/2017</a:t>
            </a:r>
            <a:endParaRPr lang="th-TH" dirty="0"/>
          </a:p>
        </p:txBody>
      </p:sp>
      <p:sp>
        <p:nvSpPr>
          <p:cNvPr id="5" name="พื้นที่ที่สำรองไว้ 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 dirty="0"/>
          </a:p>
        </p:txBody>
      </p:sp>
      <p:sp>
        <p:nvSpPr>
          <p:cNvPr id="6" name="พื้นที่ที่สำรองไว้ 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th-TH" smtClean="0"/>
              <a:t>‹#›</a:t>
            </a:r>
            <a:endParaRPr lang="th-TH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 Light</vt:lpstr>
      <vt:lpstr>TH Sarabun PSK</vt:lpstr>
      <vt:lpstr>Segoe Print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 </cp:lastModifiedBy>
  <cp:revision>3</cp:revision>
  <dcterms:created xsi:type="dcterms:W3CDTF">2025-07-23T00:59:00Z</dcterms:created>
  <dcterms:modified xsi:type="dcterms:W3CDTF">2025-07-23T01:01:01Z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4056447AB07C4ABC970918B78179C7BA_13</vt:lpwstr>
  </property>
  <property fmtid="{D5CDD505-2E9C-101B-9397-08002B2CF9AE}" pid="3" name="KSOProductBuildVer">
    <vt:lpwstr>2052-12.1.0.21915</vt:lpwstr>
  </property>
</Properties>
</file>