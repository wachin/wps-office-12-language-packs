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 showGuides="1">
      <p:cViewPr varScale="1">
        <p:scale>
          <a:sx n="117" d="100"/>
          <a:sy n="117" d="100"/>
        </p:scale>
        <p:origin x="29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1A3E-AC6E-4B60-95A4-C1B3371851F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0A3E0-14E8-4BE6-85AB-5C5385A62A4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34F6E-DEEE-400C-92A1-19923C75B90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ja-JP"/>
              <a:t>マスター タイトルの書式設定</a:t>
            </a:r>
            <a:endParaRPr lang="ja-JP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>
            <a:lvl1pPr marL="228600" indent="-228600">
              <a:defRPr kumimoji="1" lang="ja-JP" altLang="en-US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defRPr kumimoji="1" lang="ja-JP" alt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>
              <a:defRPr kumimoji="1" lang="ja-JP" alt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>
              <a:defRPr kumimoji="1" lang="ja-JP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>
              <a:defRPr kumimoji="1" lang="ja-JP" alt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マスター テキストの書式設定</a:t>
            </a:r>
            <a:endParaRPr kumimoji="1" lang="ja-JP" altLang="en-US" dirty="0" smtClean="0"/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ja-JP" altLang="en-US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16002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marL="20574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altLang="ja-JP" smtClean="0"/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altLang="ja-JP" smtClean="0"/>
            </a:fld>
            <a:endParaRPr 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フッター</a:t>
            </a:r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マスター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Yu Gothic Light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Yu Gothic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S PGothic"/>
        <a:ea typeface=""/>
        <a:cs typeface=""/>
        <a:font script="Jpan" typeface="Yu Gothic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Yu Gothic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WPS​​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 </cp:lastModifiedBy>
  <cp:revision>2</cp:revision>
  <dcterms:created xsi:type="dcterms:W3CDTF">2025-07-23T00:59:00Z</dcterms:created>
  <dcterms:modified xsi:type="dcterms:W3CDTF">2025-07-23T01:01:01Z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CDC07980EBAD43489042ABBEADECFA89_13</vt:lpwstr>
  </property>
</Properties>
</file>