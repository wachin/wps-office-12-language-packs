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  <a:endParaRPr lang="pt-BR" smtClean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711B5-2115-45C1-8945-4CD8CCC3DB36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79989-2F28-4935-9FD0-F71FBA1F1C24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Tema do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 </cp:lastModifiedBy>
  <cp:revision>2</cp:revision>
  <dcterms:created xsi:type="dcterms:W3CDTF">2025-07-23T00:59:00Z</dcterms:created>
  <dcterms:modified xsi:type="dcterms:W3CDTF">2025-07-23T01:01:01Z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CD5D899C6B5F477AB2FCEFF72F1F45A6_13</vt:lpwstr>
  </property>
  <property fmtid="{D5CDD505-2E9C-101B-9397-08002B2CF9AE}" pid="3" name="KSOProductBuildVer">
    <vt:lpwstr>2052-12.1.0.21915</vt:lpwstr>
  </property>
</Properties>
</file>