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C0D4C36CD0F74D9C884880493E9DF3F7_13</vt:lpwstr>
  </property>
</Properties>
</file>