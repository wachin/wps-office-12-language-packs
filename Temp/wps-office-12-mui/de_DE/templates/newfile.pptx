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 showGuides="1">
      <p:cViewPr varScale="1">
        <p:scale>
          <a:sx n="67" d="100"/>
          <a:sy n="67" d="100"/>
        </p:scale>
        <p:origin x="642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62574-15D5-454E-86ED-4D804C7B1D48}" type="datetimeFigureOut">
              <a:rPr lang="de-DE" smtClean="0"/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37AAB-1D31-4FB0-BEBE-7DAAFB46DD10}" type="slidenum">
              <a:rPr lang="de-DE" smtClean="0"/>
            </a:fld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  <a:endParaRPr lang="de-DE" smtClean="0"/>
          </a:p>
          <a:p>
            <a:pPr lvl="1"/>
            <a:r>
              <a:rPr lang="de-DE" smtClean="0"/>
              <a:t>Zweite Ebene</a:t>
            </a:r>
            <a:endParaRPr lang="de-DE" smtClean="0"/>
          </a:p>
          <a:p>
            <a:pPr lvl="2"/>
            <a:r>
              <a:rPr lang="de-DE" smtClean="0"/>
              <a:t>Dritte Ebene</a:t>
            </a:r>
            <a:endParaRPr lang="de-DE" smtClean="0"/>
          </a:p>
          <a:p>
            <a:pPr lvl="3"/>
            <a:r>
              <a:rPr lang="de-DE" smtClean="0"/>
              <a:t>Vierte Ebene</a:t>
            </a:r>
            <a:endParaRPr lang="de-DE" smtClean="0"/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62574-15D5-454E-86ED-4D804C7B1D48}" type="datetimeFigureOut">
              <a:rPr lang="de-DE" smtClean="0"/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37AAB-1D31-4FB0-BEBE-7DAAFB46DD10}" type="slidenum">
              <a:rPr lang="de-DE" smtClean="0"/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  <a:endParaRPr lang="de-DE" smtClean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62574-15D5-454E-86ED-4D804C7B1D48}" type="datetimeFigureOut">
              <a:rPr lang="de-DE" smtClean="0"/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37AAB-1D31-4FB0-BEBE-7DAAFB46DD10}" type="slidenum">
              <a:rPr lang="de-DE" smtClean="0"/>
            </a:fld>
            <a:endParaRPr lang="de-D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  <a:endParaRPr lang="de-DE" smtClean="0"/>
          </a:p>
          <a:p>
            <a:pPr lvl="1"/>
            <a:r>
              <a:rPr lang="de-DE" smtClean="0"/>
              <a:t>Zweite Ebene</a:t>
            </a:r>
            <a:endParaRPr lang="de-DE" smtClean="0"/>
          </a:p>
          <a:p>
            <a:pPr lvl="2"/>
            <a:r>
              <a:rPr lang="de-DE" smtClean="0"/>
              <a:t>Dritte Ebene</a:t>
            </a:r>
            <a:endParaRPr lang="de-DE" smtClean="0"/>
          </a:p>
          <a:p>
            <a:pPr lvl="3"/>
            <a:r>
              <a:rPr lang="de-DE" smtClean="0"/>
              <a:t>Vierte Ebene</a:t>
            </a:r>
            <a:endParaRPr lang="de-DE" smtClean="0"/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  <a:endParaRPr lang="de-DE" smtClean="0"/>
          </a:p>
          <a:p>
            <a:pPr lvl="1"/>
            <a:r>
              <a:rPr lang="de-DE" smtClean="0"/>
              <a:t>Zweite Ebene</a:t>
            </a:r>
            <a:endParaRPr lang="de-DE" smtClean="0"/>
          </a:p>
          <a:p>
            <a:pPr lvl="2"/>
            <a:r>
              <a:rPr lang="de-DE" smtClean="0"/>
              <a:t>Dritte Ebene</a:t>
            </a:r>
            <a:endParaRPr lang="de-DE" smtClean="0"/>
          </a:p>
          <a:p>
            <a:pPr lvl="3"/>
            <a:r>
              <a:rPr lang="de-DE" smtClean="0"/>
              <a:t>Vierte Ebene</a:t>
            </a:r>
            <a:endParaRPr lang="de-DE" smtClean="0"/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62574-15D5-454E-86ED-4D804C7B1D48}" type="datetimeFigureOut">
              <a:rPr lang="de-DE" smtClean="0"/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37AAB-1D31-4FB0-BEBE-7DAAFB46DD10}" type="slidenum">
              <a:rPr lang="de-DE" smtClean="0"/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  <a:endParaRPr lang="de-DE" smtClean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  <a:endParaRPr lang="de-DE" smtClean="0"/>
          </a:p>
          <a:p>
            <a:pPr lvl="1"/>
            <a:r>
              <a:rPr lang="de-DE" smtClean="0"/>
              <a:t>Zweite Ebene</a:t>
            </a:r>
            <a:endParaRPr lang="de-DE" smtClean="0"/>
          </a:p>
          <a:p>
            <a:pPr lvl="2"/>
            <a:r>
              <a:rPr lang="de-DE" smtClean="0"/>
              <a:t>Dritte Ebene</a:t>
            </a:r>
            <a:endParaRPr lang="de-DE" smtClean="0"/>
          </a:p>
          <a:p>
            <a:pPr lvl="3"/>
            <a:r>
              <a:rPr lang="de-DE" smtClean="0"/>
              <a:t>Vierte Ebene</a:t>
            </a:r>
            <a:endParaRPr lang="de-DE" smtClean="0"/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  <a:endParaRPr lang="de-DE" smtClean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  <a:endParaRPr lang="de-DE" smtClean="0"/>
          </a:p>
          <a:p>
            <a:pPr lvl="1"/>
            <a:r>
              <a:rPr lang="de-DE" smtClean="0"/>
              <a:t>Zweite Ebene</a:t>
            </a:r>
            <a:endParaRPr lang="de-DE" smtClean="0"/>
          </a:p>
          <a:p>
            <a:pPr lvl="2"/>
            <a:r>
              <a:rPr lang="de-DE" smtClean="0"/>
              <a:t>Dritte Ebene</a:t>
            </a:r>
            <a:endParaRPr lang="de-DE" smtClean="0"/>
          </a:p>
          <a:p>
            <a:pPr lvl="3"/>
            <a:r>
              <a:rPr lang="de-DE" smtClean="0"/>
              <a:t>Vierte Ebene</a:t>
            </a:r>
            <a:endParaRPr lang="de-DE" smtClean="0"/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62574-15D5-454E-86ED-4D804C7B1D48}" type="datetimeFigureOut">
              <a:rPr lang="de-DE" smtClean="0"/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37AAB-1D31-4FB0-BEBE-7DAAFB46DD10}" type="slidenum">
              <a:rPr lang="de-DE" smtClean="0"/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62574-15D5-454E-86ED-4D804C7B1D48}" type="datetimeFigureOut">
              <a:rPr lang="de-DE" smtClean="0"/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37AAB-1D31-4FB0-BEBE-7DAAFB46DD10}" type="slidenum">
              <a:rPr lang="de-DE" smtClean="0"/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62574-15D5-454E-86ED-4D804C7B1D48}" type="datetimeFigureOut">
              <a:rPr lang="de-DE" smtClean="0"/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37AAB-1D31-4FB0-BEBE-7DAAFB46DD10}" type="slidenum">
              <a:rPr lang="de-DE" smtClean="0"/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Formatvorlagen des Textmasters bearbeiten</a:t>
            </a:r>
            <a:endParaRPr lang="de-DE" smtClean="0"/>
          </a:p>
          <a:p>
            <a:pPr lvl="1"/>
            <a:r>
              <a:rPr lang="de-DE" smtClean="0"/>
              <a:t>Zweite Ebene</a:t>
            </a:r>
            <a:endParaRPr lang="de-DE" smtClean="0"/>
          </a:p>
          <a:p>
            <a:pPr lvl="2"/>
            <a:r>
              <a:rPr lang="de-DE" smtClean="0"/>
              <a:t>Dritte Ebene</a:t>
            </a:r>
            <a:endParaRPr lang="de-DE" smtClean="0"/>
          </a:p>
          <a:p>
            <a:pPr lvl="3"/>
            <a:r>
              <a:rPr lang="de-DE" smtClean="0"/>
              <a:t>Vierte Ebene</a:t>
            </a:r>
            <a:endParaRPr lang="de-DE" smtClean="0"/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  <a:endParaRPr lang="de-DE" smtClean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62574-15D5-454E-86ED-4D804C7B1D48}" type="datetimeFigureOut">
              <a:rPr lang="de-DE" smtClean="0"/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37AAB-1D31-4FB0-BEBE-7DAAFB46DD10}" type="slidenum">
              <a:rPr lang="de-DE" smtClean="0"/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  <a:endParaRPr lang="de-DE" smtClean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62574-15D5-454E-86ED-4D804C7B1D48}" type="datetimeFigureOut">
              <a:rPr lang="de-DE" smtClean="0"/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37AAB-1D31-4FB0-BEBE-7DAAFB46DD10}" type="slidenum">
              <a:rPr lang="de-DE" smtClean="0"/>
            </a:fld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  <a:endParaRPr lang="de-DE" smtClean="0"/>
          </a:p>
          <a:p>
            <a:pPr lvl="1"/>
            <a:r>
              <a:rPr lang="de-DE" smtClean="0"/>
              <a:t>Zweite Ebene</a:t>
            </a:r>
            <a:endParaRPr lang="de-DE" smtClean="0"/>
          </a:p>
          <a:p>
            <a:pPr lvl="2"/>
            <a:r>
              <a:rPr lang="de-DE" smtClean="0"/>
              <a:t>Dritte Ebene</a:t>
            </a:r>
            <a:endParaRPr lang="de-DE" smtClean="0"/>
          </a:p>
          <a:p>
            <a:pPr lvl="3"/>
            <a:r>
              <a:rPr lang="de-DE" smtClean="0"/>
              <a:t>Vierte Ebene</a:t>
            </a:r>
            <a:endParaRPr lang="de-DE" smtClean="0"/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62574-15D5-454E-86ED-4D804C7B1D48}" type="datetimeFigureOut">
              <a:rPr lang="de-DE" smtClean="0"/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37AAB-1D31-4FB0-BEBE-7DAAFB46DD10}" type="slidenum">
              <a:rPr lang="de-DE" smtClean="0"/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  <a:endParaRPr lang="de-DE" smtClean="0"/>
          </a:p>
          <a:p>
            <a:pPr lvl="1"/>
            <a:r>
              <a:rPr lang="de-DE" smtClean="0"/>
              <a:t>Zweite Ebene</a:t>
            </a:r>
            <a:endParaRPr lang="de-DE" smtClean="0"/>
          </a:p>
          <a:p>
            <a:pPr lvl="2"/>
            <a:r>
              <a:rPr lang="de-DE" smtClean="0"/>
              <a:t>Dritte Ebene</a:t>
            </a:r>
            <a:endParaRPr lang="de-DE" smtClean="0"/>
          </a:p>
          <a:p>
            <a:pPr lvl="3"/>
            <a:r>
              <a:rPr lang="de-DE" smtClean="0"/>
              <a:t>Vierte Ebene</a:t>
            </a:r>
            <a:endParaRPr lang="de-DE" smtClean="0"/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62574-15D5-454E-86ED-4D804C7B1D48}" type="datetimeFigureOut">
              <a:rPr lang="de-DE" smtClean="0"/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37AAB-1D31-4FB0-BEBE-7DAAFB46DD10}" type="slidenum">
              <a:rPr lang="de-DE" smtClean="0"/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  <a:endParaRPr lang="de-DE" smtClean="0"/>
          </a:p>
          <a:p>
            <a:pPr lvl="1"/>
            <a:r>
              <a:rPr lang="de-DE" smtClean="0"/>
              <a:t>Zweite Ebene</a:t>
            </a:r>
            <a:endParaRPr lang="de-DE" smtClean="0"/>
          </a:p>
          <a:p>
            <a:pPr lvl="2"/>
            <a:r>
              <a:rPr lang="de-DE" smtClean="0"/>
              <a:t>Dritte Ebene</a:t>
            </a:r>
            <a:endParaRPr lang="de-DE" smtClean="0"/>
          </a:p>
          <a:p>
            <a:pPr lvl="3"/>
            <a:r>
              <a:rPr lang="de-DE" smtClean="0"/>
              <a:t>Vierte Ebene</a:t>
            </a:r>
            <a:endParaRPr lang="de-DE" smtClean="0"/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A62574-15D5-454E-86ED-4D804C7B1D48}" type="datetimeFigureOut">
              <a:rPr lang="de-DE" smtClean="0"/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337AAB-1D31-4FB0-BEBE-7DAAFB46DD10}" type="slidenum">
              <a:rPr lang="de-DE" smtClean="0"/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Breitbild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宋体</vt:lpstr>
      <vt:lpstr>Wingdings</vt:lpstr>
      <vt:lpstr>Office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/>
  <cp:lastModifiedBy> </cp:lastModifiedBy>
  <cp:revision>2</cp:revision>
  <dcterms:created xsi:type="dcterms:W3CDTF">2025-07-23T00:59:00Z</dcterms:created>
  <dcterms:modified xsi:type="dcterms:W3CDTF">2025-07-23T01:00:57Z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7435F3E1FED944B8A9F112C215377F47_13</vt:lpwstr>
  </property>
  <property fmtid="{D5CDD505-2E9C-101B-9397-08002B2CF9AE}" pid="3" name="KSOProductBuildVer">
    <vt:lpwstr>2052-12.1.0.21915</vt:lpwstr>
  </property>
</Properties>
</file>